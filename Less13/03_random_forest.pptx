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66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879E-706F-40BE-B198-A1BF7B37D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1B025-06BC-4C90-A78D-C192D89AB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5ED9-857F-46F5-8275-34F60F08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9448B-B026-4E7A-8119-4DBEF050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B6D67-CEE9-4369-BC3E-805B9B01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70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269B-0001-42A1-9D7A-B5A4F12A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CF24-BF31-4425-89BF-E844AAF44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CC5B4-2EBA-4645-B9CA-450085A2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53047-47C1-41C5-A9EC-26B3963B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18DF-602C-445D-BD2E-3D4680E7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260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7730-C591-4769-B418-05F173F1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94514-4465-4E48-96F9-96A5D7DFC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22F55-C523-484E-AE7D-05BDA0C6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933B3-FF32-4A41-9A11-3C4B422D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49E3C-85AF-41CA-8EB6-87FE8A1D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915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341F-F1AE-43D2-9ADB-79DE1E9B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143E0-A1E3-4D65-B7DA-EF79E6753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BF6A-176C-4BB6-A9F8-208C0EFC3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9F5F1-8909-4186-BBF6-2177FD0C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8E8EB-BA63-4A82-8B2F-48FE86D0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E8ABB-EDB5-4C4E-BB1D-BB367A43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3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DD33-5DDC-495E-9467-B5912AB6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5769C-2F33-405D-8C5A-8D2A4C8AE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A9185-DA64-40BE-8AD8-6BCBB60D0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F2DF6-9CCB-4F9A-803A-D613505E4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1EE31-0107-4F22-9828-4025A3F2D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51BD6-821D-4E6C-9FED-382F46FB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A13A8-0628-417A-9456-6A7A3E2A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0B961-2313-444E-9786-11A30849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315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CA22-1188-42CD-8EC7-08FB4454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18B9B-2E39-46AB-BE2B-98D98310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7ADF8-3663-442E-A2C2-046087E7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CB839-3267-4208-9A0C-3A5CCC1D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90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4C0AA-3345-43BA-B821-AE9B66B7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095EA-881D-41B4-86A0-621B1CBD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D84AA-13FF-4F5D-BCB6-3C52FCED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168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BE0E-16BD-4D16-AFB9-1A6B9630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44D0-681B-45B8-9C7E-079216F7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7EB74-5DEA-4225-9B0A-E5CABE09D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3CAEE-8E1E-4A7A-89DE-995535ED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D2B2C-5EC1-4C9B-9881-1325A3C1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F0DE5-5321-4944-9144-E8F8B534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19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6A68-2B82-48E8-93A0-6AD12E70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28CF9-9054-4F26-BD25-22ACD2BD3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EC943-E5A3-4CBE-9A34-4A7A05444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FD8BD-AB6A-4D5F-816B-D62AEF56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DF91E-02C9-4E38-949C-55143BF8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8FF5C-8BD1-4B28-A326-7EB45A4F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555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B9BD-6C61-40A8-9AD0-4F6C8FA5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772C4-4725-4BED-9D1B-154246EE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9E716-9EDC-4CBB-8D9C-05EF670C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83A2D-E24F-4E4A-8C5F-89062EFE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295F-34CE-4279-8837-C5FA0415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348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13918-F66D-4625-B441-3F6C92D69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B8760-B49A-4208-B0E3-E61604950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EA0C8-ED0E-417B-8F50-A647CD48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59564-E087-4DD2-B8AB-9F1A61A8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1935-0737-4178-A836-46E17CB3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607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2278742" y="1625600"/>
            <a:ext cx="8258628" cy="3483429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79948" y="-5229"/>
            <a:ext cx="12351895" cy="6895474"/>
          </a:xfrm>
          <a:prstGeom prst="rect">
            <a:avLst/>
          </a:prstGeom>
        </p:spPr>
      </p:pic>
      <p:sp>
        <p:nvSpPr>
          <p:cNvPr id="12" name="Rettangolo 11"/>
          <p:cNvSpPr/>
          <p:nvPr userDrawn="1"/>
        </p:nvSpPr>
        <p:spPr>
          <a:xfrm>
            <a:off x="0" y="2451886"/>
            <a:ext cx="7120991" cy="2137913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ARTIFICIAL INTELLIGENCE &amp; MACHINE LEARNING</a:t>
            </a:r>
          </a:p>
          <a:p>
            <a:pPr algn="ctr"/>
            <a:r>
              <a:rPr lang="it-IT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Operazione Rif. PA 2023-19167/RER/10/1, “ANTICIPARE LA CRESCITA CON LE NUOVE COMPETENZE SUI BIG DATA”, approvata dalla Regione Emilia-Romagna con DGR n° 843 del 29/05/2023 e co-finanziata dal Fondo Sociale Europeo Plus 2021-2027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348" y="2350027"/>
            <a:ext cx="3843652" cy="203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5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A307B-F90A-499C-8249-B5A8FBDF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1418A-21FF-4344-8E7C-3E3768CA2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BCD73-6949-465B-9E6C-0B0D02DD3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46F49-51C7-48DC-B4A9-BAAF5AEBC7C4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9C57-D7E6-429B-BF26-564EFC27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E5F00-63AE-4461-9E6B-C31DC69AE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8BFD8-5001-4120-949C-1779822B068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898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7A639-F87D-3278-2493-ED5B10E6F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29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2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35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01166F-68C7-45F1-B3FB-8A9E924C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75"/>
            <a:ext cx="12192000" cy="661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30450-F2A4-4731-9D7A-41963EFB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9"/>
            <a:ext cx="12192000" cy="681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8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FC038-82D9-4C01-874B-E5128CBD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05"/>
            <a:ext cx="12192000" cy="662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0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F1E634-2CE4-490C-835B-6854880C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243"/>
            <a:ext cx="12192000" cy="61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3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5C23B-00E0-404E-9ADD-06D3CA489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791"/>
            <a:ext cx="12192000" cy="59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5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B91954-5FF8-4F44-A22B-4A29F1E6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5" y="0"/>
            <a:ext cx="12088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4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ADC6A-0047-49E7-88A8-BD8A19CD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70" y="221431"/>
            <a:ext cx="7387306" cy="2453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CAB919-A1A6-41F5-AD7C-8257661D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680" y="3209282"/>
            <a:ext cx="7190096" cy="35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5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EAD4D-145A-4430-A7C5-12CD46824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83" y="0"/>
            <a:ext cx="8322860" cy="2418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3B1AB6-ECE9-45AE-8CBA-612050931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910" y="2883509"/>
            <a:ext cx="8052180" cy="300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79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234D2-1715-4E78-A8A8-DD96E8AEA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57" y="334369"/>
            <a:ext cx="11188889" cy="56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9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FD301-2D92-456D-A350-D95C40F4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1948"/>
            <a:ext cx="12192000" cy="4828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5B0D1-6473-439C-A0C7-D20DF17B4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90924" cy="26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58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CD255-1DFF-47EF-A218-0ACE12B47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394"/>
            <a:ext cx="12192000" cy="641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88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F606D1-9BEF-4D22-94B2-B23796CD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623"/>
            <a:ext cx="12192000" cy="590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BC973-CE86-413C-9AD0-9FFD265B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501"/>
            <a:ext cx="12192000" cy="415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diagramma&#10;&#10;Descrizione generata automaticamente">
            <a:extLst>
              <a:ext uri="{FF2B5EF4-FFF2-40B4-BE49-F238E27FC236}">
                <a16:creationId xmlns:a16="http://schemas.microsoft.com/office/drawing/2014/main" id="{7C90DF27-7EAD-0D8F-CA9B-5EE066976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" t="7392" r="2276" b="50434"/>
          <a:stretch/>
        </p:blipFill>
        <p:spPr>
          <a:xfrm>
            <a:off x="387626" y="443215"/>
            <a:ext cx="10127974" cy="62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97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chermata, diagramma&#10;&#10;Descrizione generata automaticamente">
            <a:extLst>
              <a:ext uri="{FF2B5EF4-FFF2-40B4-BE49-F238E27FC236}">
                <a16:creationId xmlns:a16="http://schemas.microsoft.com/office/drawing/2014/main" id="{CD5069BD-8D76-E0F9-6364-7EC5B00A1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" t="49566" r="2275" b="1159"/>
          <a:stretch/>
        </p:blipFill>
        <p:spPr>
          <a:xfrm>
            <a:off x="1751888" y="0"/>
            <a:ext cx="9066222" cy="656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05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99313-14EE-4646-A321-C9E9B6E78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41" y="615310"/>
            <a:ext cx="8688595" cy="493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3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Daniele Grotti</dc:creator>
  <cp:lastModifiedBy>Daniele Grotti</cp:lastModifiedBy>
  <cp:revision>6</cp:revision>
  <dcterms:created xsi:type="dcterms:W3CDTF">2021-01-08T12:40:08Z</dcterms:created>
  <dcterms:modified xsi:type="dcterms:W3CDTF">2024-11-09T06:39:04Z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2024-11-09T06:39:03Z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610de372-5ad4-43e8-a170-e1aaab8af83a</vt:lpwstr>
  </property>
  <property fmtid="{D5CDD505-2E9C-101B-9397-08002B2CF9AE}" pid="7" name="MSIP_Label_defa4170-0d19-0005-0004-bc88714345d2_ActionId">
    <vt:lpwstr>55610982-1963-4b45-aaa2-92d46040f991</vt:lpwstr>
  </property>
  <property fmtid="{D5CDD505-2E9C-101B-9397-08002B2CF9AE}" pid="8" name="MSIP_Label_defa4170-0d19-0005-0004-bc88714345d2_ContentBits">
    <vt:lpwstr>0</vt:lpwstr>
  </property>
</Properties>
</file>